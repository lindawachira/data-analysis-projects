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MavenPro-bold.fntdata"/><Relationship Id="rId10" Type="http://schemas.openxmlformats.org/officeDocument/2006/relationships/slide" Target="slides/slide5.xml"/><Relationship Id="rId21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98271ec34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98271ec34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98271ec34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98271ec34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98271ec34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898271ec34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898271ec34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898271ec34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98271ec34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898271ec34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98271ec34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898271ec3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98271ec34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98271ec34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98271ec34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898271ec34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98271ec34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898271ec34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98271ec34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898271ec34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lindawachira/data-analysis-projects/tree/main/World-Layoffs-Analysi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GLOBAL LAYOFFS ANALYSIS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LINDA WACHIRA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Cleaning &amp; Transformation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 cleaned and standardized 2000+ </a:t>
            </a:r>
            <a:r>
              <a:rPr lang="en-GB"/>
              <a:t>records</a:t>
            </a:r>
            <a:r>
              <a:rPr lang="en-GB"/>
              <a:t> by </a:t>
            </a:r>
            <a:r>
              <a:rPr lang="en-GB"/>
              <a:t>removing duplicates, handling NULL/blank values, correcting inconsistent text fields, and converting dates for analysis.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 To see how I used various queries during this stage, please check the SQL scripts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EXPLORATORY DATA ANALYSIS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The following insights were drawn from the global layoffs dataset showcasing number of employees </a:t>
            </a:r>
            <a:r>
              <a:rPr lang="en-GB"/>
              <a:t>laid</a:t>
            </a:r>
            <a:r>
              <a:rPr lang="en-GB"/>
              <a:t> off each year since the year 2020, sparked by the rise of Covid 19.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The results are segmented by individual companies, industries, countries and stage.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We will also look at the top 5 companies that had the highest number of layoffs each year for the consecutive 4 years.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r>
              <a:rPr lang="en-GB"/>
              <a:t>. Top 5 companies with highest number of layoffs per year</a:t>
            </a:r>
            <a:endParaRPr/>
          </a:p>
        </p:txBody>
      </p:sp>
      <p:pic>
        <p:nvPicPr>
          <p:cNvPr id="296" name="Google Shape;2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597875"/>
            <a:ext cx="3095625" cy="23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8375" y="1597875"/>
            <a:ext cx="3219450" cy="23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. Company with maximum number of layoffs in a year</a:t>
            </a:r>
            <a:endParaRPr/>
          </a:p>
        </p:txBody>
      </p:sp>
      <p:sp>
        <p:nvSpPr>
          <p:cNvPr id="303" name="Google Shape;303;p17"/>
          <p:cNvSpPr txBox="1"/>
          <p:nvPr>
            <p:ph idx="1" type="body"/>
          </p:nvPr>
        </p:nvSpPr>
        <p:spPr>
          <a:xfrm>
            <a:off x="1303800" y="2879550"/>
            <a:ext cx="7030500" cy="16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Of all companies listed, Google appears to have had the highest number of layoffs in the year 2023. </a:t>
            </a:r>
            <a:endParaRPr/>
          </a:p>
        </p:txBody>
      </p:sp>
      <p:pic>
        <p:nvPicPr>
          <p:cNvPr id="304" name="Google Shape;3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675" y="1597875"/>
            <a:ext cx="4018550" cy="111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. Companies that laid off all their employees</a:t>
            </a:r>
            <a:endParaRPr/>
          </a:p>
        </p:txBody>
      </p:sp>
      <p:sp>
        <p:nvSpPr>
          <p:cNvPr id="310" name="Google Shape;310;p18"/>
          <p:cNvSpPr txBox="1"/>
          <p:nvPr>
            <p:ph idx="1" type="body"/>
          </p:nvPr>
        </p:nvSpPr>
        <p:spPr>
          <a:xfrm>
            <a:off x="4713750" y="1841625"/>
            <a:ext cx="3620700" cy="26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As you can see, quite a number of companies were forced to lay off all of their employees possibly shutting down.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 Majority were in unknown stages, while the seed companies seem to have been greatly impacted by the wave as they were just starting out.</a:t>
            </a:r>
            <a:endParaRPr/>
          </a:p>
        </p:txBody>
      </p:sp>
      <p:pic>
        <p:nvPicPr>
          <p:cNvPr id="311" name="Google Shape;3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841625"/>
            <a:ext cx="340995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</a:t>
            </a:r>
            <a:r>
              <a:rPr lang="en-GB"/>
              <a:t>. Total number of employees laid off per year</a:t>
            </a:r>
            <a:endParaRPr/>
          </a:p>
        </p:txBody>
      </p:sp>
      <p:sp>
        <p:nvSpPr>
          <p:cNvPr id="317" name="Google Shape;317;p19"/>
          <p:cNvSpPr txBox="1"/>
          <p:nvPr>
            <p:ph idx="1" type="body"/>
          </p:nvPr>
        </p:nvSpPr>
        <p:spPr>
          <a:xfrm>
            <a:off x="5229725" y="1990050"/>
            <a:ext cx="31047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2021 had the least number of layoffs while 2023 had the most number of layoffs</a:t>
            </a:r>
            <a:endParaRPr/>
          </a:p>
        </p:txBody>
      </p:sp>
      <p:pic>
        <p:nvPicPr>
          <p:cNvPr id="318" name="Google Shape;3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933575"/>
            <a:ext cx="2794950" cy="22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5. Total number of employees laid off per company(top 10)</a:t>
            </a:r>
            <a:endParaRPr/>
          </a:p>
        </p:txBody>
      </p:sp>
      <p:sp>
        <p:nvSpPr>
          <p:cNvPr id="324" name="Google Shape;324;p20"/>
          <p:cNvSpPr txBox="1"/>
          <p:nvPr>
            <p:ph idx="1" type="body"/>
          </p:nvPr>
        </p:nvSpPr>
        <p:spPr>
          <a:xfrm>
            <a:off x="5037225" y="1990050"/>
            <a:ext cx="3297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The data clearly shows that very big companies fire employees the most compared to smalled ones, with Amazon taking the lead.</a:t>
            </a:r>
            <a:endParaRPr/>
          </a:p>
        </p:txBody>
      </p:sp>
      <p:pic>
        <p:nvPicPr>
          <p:cNvPr id="325" name="Google Shape;3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7750" y="1894013"/>
            <a:ext cx="2600325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 T</a:t>
            </a:r>
            <a:r>
              <a:rPr lang="en-GB"/>
              <a:t>otal number of employees laid off per industry </a:t>
            </a:r>
            <a:endParaRPr/>
          </a:p>
        </p:txBody>
      </p:sp>
      <p:sp>
        <p:nvSpPr>
          <p:cNvPr id="331" name="Google Shape;331;p21"/>
          <p:cNvSpPr txBox="1"/>
          <p:nvPr>
            <p:ph idx="1" type="body"/>
          </p:nvPr>
        </p:nvSpPr>
        <p:spPr>
          <a:xfrm>
            <a:off x="5296100" y="1990050"/>
            <a:ext cx="30381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Consumer industry suffered the biggest hit in layoffs while Manufacturing was the least</a:t>
            </a:r>
            <a:endParaRPr/>
          </a:p>
        </p:txBody>
      </p:sp>
      <p:pic>
        <p:nvPicPr>
          <p:cNvPr id="332" name="Google Shape;3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640450"/>
            <a:ext cx="1932200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3725" y="1640450"/>
            <a:ext cx="1696550" cy="319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 T</a:t>
            </a:r>
            <a:r>
              <a:rPr lang="en-GB"/>
              <a:t>otal number of employees laid off per country</a:t>
            </a:r>
            <a:endParaRPr/>
          </a:p>
        </p:txBody>
      </p:sp>
      <p:sp>
        <p:nvSpPr>
          <p:cNvPr id="339" name="Google Shape;339;p22"/>
          <p:cNvSpPr txBox="1"/>
          <p:nvPr>
            <p:ph idx="1" type="body"/>
          </p:nvPr>
        </p:nvSpPr>
        <p:spPr>
          <a:xfrm>
            <a:off x="1303750" y="4468650"/>
            <a:ext cx="70305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The United States laid off the highest number of employees than any other country in the world.</a:t>
            </a:r>
            <a:endParaRPr/>
          </a:p>
        </p:txBody>
      </p:sp>
      <p:pic>
        <p:nvPicPr>
          <p:cNvPr id="340" name="Google Shape;3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695575"/>
            <a:ext cx="1961550" cy="25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3075" y="1695575"/>
            <a:ext cx="1980150" cy="25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8814" y="1707238"/>
            <a:ext cx="1800561" cy="1729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8. Total number of employees laid off per stage</a:t>
            </a:r>
            <a:endParaRPr/>
          </a:p>
        </p:txBody>
      </p:sp>
      <p:sp>
        <p:nvSpPr>
          <p:cNvPr id="348" name="Google Shape;348;p23"/>
          <p:cNvSpPr txBox="1"/>
          <p:nvPr>
            <p:ph idx="1" type="body"/>
          </p:nvPr>
        </p:nvSpPr>
        <p:spPr>
          <a:xfrm>
            <a:off x="4710325" y="1709250"/>
            <a:ext cx="3624000" cy="28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Companies in the post-IPO stage including Amazon, Google, Meta, Microsoft just to name a few had the highest number of layoffs in total, while the sum that follows are unknown.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Subsidiary stage had the least number of layoffs.</a:t>
            </a:r>
            <a:endParaRPr/>
          </a:p>
        </p:txBody>
      </p:sp>
      <p:pic>
        <p:nvPicPr>
          <p:cNvPr id="349" name="Google Shape;3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709250"/>
            <a:ext cx="2325825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